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https://bit.ly/ayush-data-seo" TargetMode="External" Type="http://schemas.openxmlformats.org/officeDocument/2006/relationships/hyperlink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08710" y="2745735"/>
            <a:ext cx="7279290" cy="6266757"/>
          </a:xfrm>
          <a:custGeom>
            <a:avLst/>
            <a:gdLst/>
            <a:ahLst/>
            <a:cxnLst/>
            <a:rect r="r" b="b" t="t" l="l"/>
            <a:pathLst>
              <a:path h="6266757" w="7279290">
                <a:moveTo>
                  <a:pt x="0" y="0"/>
                </a:moveTo>
                <a:lnTo>
                  <a:pt x="7279290" y="0"/>
                </a:lnTo>
                <a:lnTo>
                  <a:pt x="7279290" y="6266758"/>
                </a:lnTo>
                <a:lnTo>
                  <a:pt x="0" y="6266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1885" y="4077539"/>
            <a:ext cx="6947174" cy="1438812"/>
            <a:chOff x="0" y="0"/>
            <a:chExt cx="1829708" cy="37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9708" cy="378946"/>
            </a:xfrm>
            <a:custGeom>
              <a:avLst/>
              <a:gdLst/>
              <a:ahLst/>
              <a:cxnLst/>
              <a:rect r="r" b="b" t="t" l="l"/>
              <a:pathLst>
                <a:path h="378946" w="1829708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01885" y="2240097"/>
            <a:ext cx="11021062" cy="86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35"/>
              </a:lnSpc>
              <a:spcBef>
                <a:spcPct val="0"/>
              </a:spcBef>
            </a:pPr>
            <a:r>
              <a:rPr lang="en-US" b="true" sz="48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Stop reading "Best AI Tools" lists.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3770" y="4474992"/>
            <a:ext cx="6085713" cy="55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They don't help you do the job.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3320" y="2603920"/>
            <a:ext cx="7071005" cy="4355257"/>
          </a:xfrm>
          <a:custGeom>
            <a:avLst/>
            <a:gdLst/>
            <a:ahLst/>
            <a:cxnLst/>
            <a:rect r="r" b="b" t="t" l="l"/>
            <a:pathLst>
              <a:path h="4355257" w="7071005">
                <a:moveTo>
                  <a:pt x="0" y="0"/>
                </a:moveTo>
                <a:lnTo>
                  <a:pt x="7071006" y="0"/>
                </a:lnTo>
                <a:lnTo>
                  <a:pt x="7071006" y="4355257"/>
                </a:lnTo>
                <a:lnTo>
                  <a:pt x="0" y="4355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7859" y="1139692"/>
            <a:ext cx="3037713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816975"/>
            <a:ext cx="4911986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93737"/>
            <a:ext cx="81153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61363"/>
            <a:ext cx="9584216" cy="131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Messy Excel data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Slow SQL queries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Repetitive reporting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27262" y="1074297"/>
            <a:ext cx="665960" cy="730547"/>
          </a:xfrm>
          <a:custGeom>
            <a:avLst/>
            <a:gdLst/>
            <a:ahLst/>
            <a:cxnLst/>
            <a:rect r="r" b="b" t="t" l="l"/>
            <a:pathLst>
              <a:path h="730547" w="665960">
                <a:moveTo>
                  <a:pt x="0" y="0"/>
                </a:moveTo>
                <a:lnTo>
                  <a:pt x="665960" y="0"/>
                </a:lnTo>
                <a:lnTo>
                  <a:pt x="665960" y="730547"/>
                </a:lnTo>
                <a:lnTo>
                  <a:pt x="0" y="730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21985" y="1139692"/>
            <a:ext cx="3037713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+ Excel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16975"/>
            <a:ext cx="4911986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12434" y="1734616"/>
            <a:ext cx="14063131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+ Excel Workflow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97315" y="3307468"/>
            <a:ext cx="5093371" cy="5073466"/>
            <a:chOff x="0" y="0"/>
            <a:chExt cx="1341464" cy="1336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76517" y="3832758"/>
            <a:ext cx="3796941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 Data Instantly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280" y="5133975"/>
            <a:ext cx="4541415" cy="175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 duplicates, fix formats, and standardize entries in seconds with AI-powered automation.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9433" y="3832758"/>
            <a:ext cx="4489134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Detect Outliers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73292" y="5133975"/>
            <a:ext cx="4541415" cy="131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identifies anomalies and flags inconsistencies that manual review would miss.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66621" y="3832758"/>
            <a:ext cx="4490350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Replace Formulas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1089" y="5133975"/>
            <a:ext cx="4541415" cy="175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 complex formulas instantly. No more nested IF statements or VLOOKUP headaches.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597315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001141" y="1022283"/>
            <a:ext cx="917366" cy="1001336"/>
          </a:xfrm>
          <a:custGeom>
            <a:avLst/>
            <a:gdLst/>
            <a:ahLst/>
            <a:cxnLst/>
            <a:rect r="r" b="b" t="t" l="l"/>
            <a:pathLst>
              <a:path h="1001336" w="917366">
                <a:moveTo>
                  <a:pt x="0" y="0"/>
                </a:moveTo>
                <a:lnTo>
                  <a:pt x="917366" y="0"/>
                </a:lnTo>
                <a:lnTo>
                  <a:pt x="917366" y="1001336"/>
                </a:lnTo>
                <a:lnTo>
                  <a:pt x="0" y="100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52178" y="1055818"/>
            <a:ext cx="586942" cy="762092"/>
          </a:xfrm>
          <a:custGeom>
            <a:avLst/>
            <a:gdLst/>
            <a:ahLst/>
            <a:cxnLst/>
            <a:rect r="r" b="b" t="t" l="l"/>
            <a:pathLst>
              <a:path h="762092" w="586942">
                <a:moveTo>
                  <a:pt x="0" y="0"/>
                </a:moveTo>
                <a:lnTo>
                  <a:pt x="586941" y="0"/>
                </a:lnTo>
                <a:lnTo>
                  <a:pt x="586941" y="762092"/>
                </a:lnTo>
                <a:lnTo>
                  <a:pt x="0" y="762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21985" y="1139692"/>
            <a:ext cx="3037713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16975"/>
            <a:ext cx="4911986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04/05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12434" y="1734616"/>
            <a:ext cx="14063131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+ SQL Optimization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97315" y="3307468"/>
            <a:ext cx="5093371" cy="5073466"/>
            <a:chOff x="0" y="0"/>
            <a:chExt cx="1341464" cy="1336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76517" y="3832758"/>
            <a:ext cx="3796941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Rewrite Queries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280" y="5133975"/>
            <a:ext cx="4541415" cy="219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AI to rewrite complex SQL queries for better performance, readability, and optimization.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899433" y="3832758"/>
            <a:ext cx="4489134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Joins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73292" y="5133975"/>
            <a:ext cx="4541415" cy="87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Automatically identify and fix inefficient join operations.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66621" y="3832758"/>
            <a:ext cx="4490350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Speed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1089" y="5133975"/>
            <a:ext cx="4541415" cy="131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Result: 30–40% faster queries with AI-assisted optimization.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597315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873484" y="1083991"/>
            <a:ext cx="1119954" cy="996238"/>
          </a:xfrm>
          <a:custGeom>
            <a:avLst/>
            <a:gdLst/>
            <a:ahLst/>
            <a:cxnLst/>
            <a:rect r="r" b="b" t="t" l="l"/>
            <a:pathLst>
              <a:path h="996238" w="1119954">
                <a:moveTo>
                  <a:pt x="0" y="0"/>
                </a:moveTo>
                <a:lnTo>
                  <a:pt x="1119954" y="0"/>
                </a:lnTo>
                <a:lnTo>
                  <a:pt x="1119954" y="996239"/>
                </a:lnTo>
                <a:lnTo>
                  <a:pt x="0" y="996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0401" y="4795728"/>
            <a:ext cx="10887197" cy="57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6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broke this down with real use cases 👇</a:t>
            </a:r>
          </a:p>
          <a:p>
            <a:pPr algn="ctr" marL="0" indent="0" lvl="0">
              <a:lnSpc>
                <a:spcPts val="2254"/>
              </a:lnSpc>
              <a:spcBef>
                <a:spcPct val="0"/>
              </a:spcBef>
            </a:pPr>
            <a:r>
              <a:rPr lang="en-US" sz="161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3" tooltip="https://bit.ly/ayush-data-seo"/>
              </a:rPr>
              <a:t>🔗 BLOG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74061" y="3589447"/>
            <a:ext cx="6339878" cy="9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5"/>
              </a:lnSpc>
              <a:spcBef>
                <a:spcPct val="0"/>
              </a:spcBef>
            </a:pPr>
            <a:r>
              <a:rPr lang="en-US" b="true" sz="27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tools don't make you better.</a:t>
            </a:r>
          </a:p>
          <a:p>
            <a:pPr algn="ctr" marL="0" indent="0" lvl="0">
              <a:lnSpc>
                <a:spcPts val="3865"/>
              </a:lnSpc>
              <a:spcBef>
                <a:spcPct val="0"/>
              </a:spcBef>
            </a:pPr>
            <a:r>
              <a:rPr lang="en-US" b="true" sz="27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Workflows do.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7413" y="1146758"/>
            <a:ext cx="827242" cy="560987"/>
          </a:xfrm>
          <a:custGeom>
            <a:avLst/>
            <a:gdLst/>
            <a:ahLst/>
            <a:cxnLst/>
            <a:rect r="r" b="b" t="t" l="l"/>
            <a:pathLst>
              <a:path h="560987" w="827242">
                <a:moveTo>
                  <a:pt x="0" y="0"/>
                </a:moveTo>
                <a:lnTo>
                  <a:pt x="827242" y="0"/>
                </a:lnTo>
                <a:lnTo>
                  <a:pt x="827242" y="560986"/>
                </a:lnTo>
                <a:lnTo>
                  <a:pt x="0" y="560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7859" y="1177792"/>
            <a:ext cx="303771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7314" y="8855075"/>
            <a:ext cx="49119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Follow for more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DAHFBzVJXIg</dc:identifier>
  <dcterms:modified xsi:type="dcterms:W3CDTF">2011-08-01T06:04:30Z</dcterms:modified>
  <cp:revision>1</cp:revision>
  <dc:title>Stop reading “Top 10 Best AI Tools” lists. They don’t actually help you do the job. 👉 They just list standalone tools—not the step-by-step workflows you need to execute. You usually just end up with 50 new bookmarks and zero actual time saved.</dc:title>
</cp:coreProperties>
</file>